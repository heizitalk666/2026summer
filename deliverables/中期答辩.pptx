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任务书的原始要求摆出来。七项相互制约因素是任务书原文，它们构成了本课题的设计空间。要强调：任务书明确写了「不直接指定具体技术方案，要求学生调研并比选后确定方案」，所以后面每一路我们都做了比选，包括比选出「不采用」的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现状。三类方案各有适用场景，本课题不是要取代它们，而是补上采集参数可随目标调整这一能力。任务书第一页写明「是否有成熟技术方案：否」「是否需要方案比选：是」，这就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这张图是全课题最该记住的一幕。左边巡航态 50 像素，指针无法分辨；右边 3 倍变焦后 150 像素，刻度可读。关键在于实测框宽与针孔投影公式的计算值相差 0.4 %，说明虚拟场景在光学上自洽，在它上面测出的精度指标是有依据的。120 px 这个下限是本组按读数精度要求自行推导的，任务书没有直接规定。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这一页要讲清一件事：任务书规定的是能力要求，没有给出 0.5 % FS 这类数值。表中的量化指标是我们按工业测量惯例自行设定的，这一点在页脚写明了。八项中七项达成，重复性 0.321 % FS 超出我们自己设的 0.3 % 限值，主动写在这里。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主线，讲得清楚，后面每一页都有位置放。先用一句话说清方案：采集参数由判读结果决定，不是事先固定。再讲为什么另外两种不行——方案一被任务书的三项制约同时否掉，方案二的问题是信息在光学环节就丢了，后端补不回来。最后说方案三带来三个子问题，第三部分剩下的十几页就是逐个回答它们。评审问「你们为什么这么做」，答案全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四个进程的边界按安全职责划分，不按代码量划分。右上那段是回答「为什么这么复杂」的：任务书要求 AI 只能发高层指令，要真正做到就必须让网关独立成进程且不加载模型。五份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这一页给评审看系统到底怎么运转。十二步跨四个进程与云端，每步都能指到具体文件。第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这一页回答没有硬件如何开展工作。两点要强调：桩会注入真机上实际存在的故障，所以在桩上通过的验收有意义；真值与先验严格分开，精度数据不是自我核对得出的。左下三项检查每次提交前都跑。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本页回答资料从何获取。分工要讲清楚：公开数据集是训练主力，合成数据只补三样结构性的东西。指针 IoU 从 0.251 到 0.384 是实证——同一模型只加真实标注就提高 53 %，说明瓶颈在数据不在模型容量。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识别层的总纲。评审可能问为什么不用一个端到端大模型，答案是四个子问题对算力、精度、输出形式的要求互相冲突。仲裁层用规则不用模型，直接对应任务书把可解释性列为必须考虑的非技术因素。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巡航级已训完，指标较高。要主动说明第 1 轮就到 0.9759 这个数偏高，已写好 --check-leak 命令排查训练集与验证集的同源增广副本，明日出结果。主动说明比被问到再解释好。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这一页现在能把 L2 的选择讲完整。原来的图只有 24 个样本、画的是中位数，差异被采样噪声盖住，得不出结论；现在 n=200、画 P90、加了 bootstrap 置信区间，三条线在门槛以上分得开。要说清两件事：第一，灰底两档系统本来就不读数，那里的差异不参与比选；第二，U-Net 的分割 IoU 是三者最高的 0.778，读数误差却更大——因为几何解算只用指针方向，不用完整轮廓，IoU 高不等于读数准。最后要老实说：合成表盘天然满足几何法的假设，这个结论换到真实表盘上可能翻过来，所以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 这一路完成度最高。四个方案在同一批样本同一阈值下比较，结论明确。要强调 EfficientAD 那一列失败了我们照实写进表里；权重大小与打分耗时两行对应成本与实时性，可解释一行对应任务书的伦理要求。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这一页是针对评分表 M2「方案比选 ≥ 2 种且权衡依据充分，含成本可靠性等非技术因素」直接准备的。五个环节都比选了两种以上，每一行的第四列专门写非技术因素。要强调「比选后不采用」也是结论，我们把失败的方案连同数据一起保留。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这一页直接回应任务书的安全要求。三条演示都能当场执行。如果评审对安全设计有疑问，建议直接演示第二条：终止 AI 进程后车辆仍按路线走完，这一条最能说明边界是真的。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课题名称是测控系统，控制部分的实测依据集中在这一页。绿色曲线的过冲是关闭增益调度后的响应。右下角要主动说明复核成功率没达标，原因已定位。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这一页是答辩重点。四条创新点里第一条是本课题的立论，第二条是控制部分的贡献，第三条是识别部分的贡献，第四条是工程方法上的贡献。中间一列写明每条对应任务书的哪项要求，右侧给实测支撑。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这一页是评审最关心的。状态判定用统一标准：能产出可复现的实测数据才算完成。要主动说两项未开始的原因，其中 ByteTrack 是任务书点名的算法，我们目前用的是 IoU 跟踪，这一条要老实讲。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这一页对应评分表的文献支撑项。18 篇分四类，任务书列出的五类参考资料全部覆盖。底部那段是关键：说明每组文献具体支撑方案的哪个环节，而不是简单罗列。其中 EfficientAD 是我们复现后未采用的，这一点也写明了。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 AI 进程终止后车辆仍走完路线那条。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汇报人：项目组（4 人）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　·　RK3576 边缘环境与模型部署　·　目标检测、缺陷识别、未知异常与图像质量评价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目标跟踪持续锁定　·　主动复核状态机　·　证据包与离线缓存、告警分级、远程上传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云端人工复核与模型版本管理　·　实时性、识别效果、网络降级与稳定性测试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本页全部内容引自《测控系统综合实训课题任务书》，未作增补</a:t>
            </a:r>
            <a:endParaRPr lang="en-US" sz="880" dirty="0"/>
          </a:p>
        </p:txBody>
      </p:sp>
      <p:sp>
        <p:nvSpPr>
          <p:cNvPr id="54" name="Text 4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现状调研为本组自行整理；任务书未指定具体技术方案，明确要求调研并比选后确定</a:t>
            </a:r>
            <a:endParaRPr lang="en-US" sz="880" dirty="0"/>
          </a:p>
        </p:txBody>
      </p:sp>
      <p:sp>
        <p:nvSpPr>
          <p:cNvPr id="20" name="Text 1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同一块压力表在巡航态与复核态下的成像对比，这是全课题的立论起点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任务书规定的是能力要求，量化数值由本组按工业测量惯例自行设定并在此标明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任务书只规定能力要求（如「首版单路 1080p RGB、有限缺陷类别」），未给出数值指标；表中数值为本组设定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变焦」等高层指令，把目标成像放大到可测量的尺度后再判读，得出结论后下发「恢复路线」继续巡检。一句话概括：采集参数由判读结果决定，而不是事先固定。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只跑轻量模型；高清数据只在复核瞬间产生；放大倍数按目标当前像素密度算出，不足就补拍、够了就走，因此单点耗时可控，巡检效率与证据完整性的取舍变成一道可计算的题。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方案三定下来之后，剩下的全部研究内容就是三个必须回答的子问题——本篇第三部分按这条主线展开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3.2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停一次车就少走一段路。必须算得出这一趟还停得起几次，并且不会在同一处反复停车。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3.13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变焦后同样的云台转角对应的画面位移成倍放大，固定增益的回路必然过冲，对不准就谈不上放大。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3.7、3.11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四个子问题对算力、精度与输出形式的要求互相冲突，只能分路做；而结论必须逐条可追溯，仲裁才用规则不用模型。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总体方案的比选依据同样包含非技术因素：方案一的续航与带宽成本、方案二的断网可靠性，均在否定理由中</a:t>
            </a:r>
            <a:endParaRPr lang="en-US" sz="880" dirty="0"/>
          </a:p>
        </p:txBody>
      </p:sp>
      <p:sp>
        <p:nvSpPr>
          <p:cNvPr id="56" name="Text 5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主动复核状态机：十状态与三条抑制规则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5 项：停车、居中、变焦、多角度补拍与恢复巡检路线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任务书把「巡检效率↔证据完整性」列为必须取舍的一项，这条式子把它变成可计算的量：按路线长度、车速与单次复核耗时算出这一趟还停得起几次，超出预算的目标顺延到下一轮，而不是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车辆会在同一航点反复停车，巡检永远走不完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任务书规定急停、避障、限速的优先级高于巡检任务。复核会让车辆停在路线上并转动云台，这段时间恰恰最需要能被打断——把抢占做进状态机而不是靠上层约定，安全优先级才不只是写在文档里。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 598 行十状态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系统结构：四进程、四接口与五份接口契约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进程边界按安全职责划分：安全网关必须在感知与任务进程异常退出后继续工作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安全事件插播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才能在感知或任务进程异常退出后继续工作。放在同一进程内做不到：一次段错误会同时终止两侧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1 项系统集成与第 7 项云端闭环；接口契约冻结于开题评审</a:t>
            </a:r>
            <a:endParaRPr lang="en-US" sz="880" dirty="0"/>
          </a:p>
        </p:txBody>
      </p:sp>
      <p:sp>
        <p:nvSpPr>
          <p:cNvPr id="39" name="Text 3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一次完整复核的十二步数据流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跨四个边缘进程与云端。这条链路完整走通，各层接口即为正确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06577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06577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每一步都有对应的测试用例；端到端 300 s 一轮可重复运行，产出 4 至 6 个证据包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支撑性方法：虚拟试验台与接口冻结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硬件到位时间不确定，但控制逻辑与接口联调不应等待硬件</a:t>
            </a:r>
            <a:endParaRPr lang="en-US" sz="115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95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8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8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8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8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8 项：实时性、识别效果、网络中断降级与运行稳定性测试</a:t>
            </a:r>
            <a:endParaRPr lang="en-US" sz="880" dirty="0"/>
          </a:p>
        </p:txBody>
      </p:sp>
      <p:sp>
        <p:nvSpPr>
          <p:cNvPr id="33" name="Text 2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数据从何获取，如何处理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公开数据集为主，合成数据只补公开数据在结构上给不了的部分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任务书未指定数据集，仅点名可用工具（YOLO 系列、MobileNet、EfficientAD 或 PaDiM、ByteTrack、OpenCV）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识别层：四类模型的分工与显式仲裁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3 项：目标检测、已知缺陷识别、未知异常检测和图像质量评价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 纯规则 278 行，六种结论各有测试用例；未改动任何接口 Schema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L1 目标检测：训练结果与方案比选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 distribution_room（2 773 张，CC BY 4.0），骨干 yolo11s，训练 120 轮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932688"/>
          </a:xfrm>
          <a:prstGeom prst="roundRect">
            <a:avLst>
              <a:gd name="adj" fmla="val 4902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95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95728"/>
            <a:ext cx="3017520" cy="2267712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2395728"/>
            <a:ext cx="3017520" cy="226771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11696" y="2395728"/>
            <a:ext cx="4992624" cy="1042416"/>
          </a:xfrm>
          <a:prstGeom prst="roundRect">
            <a:avLst>
              <a:gd name="adj" fmla="val 43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912864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为什么分巡航级与复核级两套阈值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912864" y="2743200"/>
            <a:ext cx="4590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这是「识别准确率↔实时性」这一项取舍的落点。巡航级把阈值压到 0.25 保召回，宁可多报也不漏检；误报不在这一层消解，而是留给复核级：阈值提到 0.60，在放大后的画面上重新判定，并输出 Δconf 度量复核带来的增益。</a:t>
            </a:r>
            <a:endParaRPr lang="en-US" sz="920" dirty="0"/>
          </a:p>
        </p:txBody>
      </p:sp>
      <p:sp>
        <p:nvSpPr>
          <p:cNvPr id="28" name="Shape 21"/>
          <p:cNvSpPr/>
          <p:nvPr/>
        </p:nvSpPr>
        <p:spPr>
          <a:xfrm>
            <a:off x="6711696" y="3547872"/>
            <a:ext cx="4992624" cy="1298448"/>
          </a:xfrm>
          <a:prstGeom prst="roundRect">
            <a:avLst>
              <a:gd name="adj" fmla="val 3521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9" name="Text 22"/>
          <p:cNvSpPr txBox="1"/>
          <p:nvPr/>
        </p:nvSpPr>
        <p:spPr>
          <a:xfrm>
            <a:off x="6931152" y="363931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931152" y="3913632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6931152" y="451713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明日由 L1 负责人提供后重新出图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84048" y="4956048"/>
            <a:ext cx="11423599" cy="768096"/>
          </a:xfrm>
          <a:prstGeom prst="roundRect">
            <a:avLst>
              <a:gd name="adj" fmla="val 595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40080" y="49560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980" dirty="0"/>
          </a:p>
        </p:txBody>
      </p:sp>
      <p:sp>
        <p:nvSpPr>
          <p:cNvPr id="34" name="Text 27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MobileNet；本组选 YOLO11，理由见比选汇总页</a:t>
            </a:r>
            <a:endParaRPr lang="en-US" sz="880" dirty="0"/>
          </a:p>
        </p:txBody>
      </p:sp>
      <p:sp>
        <p:nvSpPr>
          <p:cNvPr id="35" name="Text 2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L2 读数：三种方案的实测比选与采用理由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3 项的图像质量评价与读数环节；核心图取 n = 200 的 P90，误差棒为 bootstrap 95 % 置信区间</a:t>
            </a:r>
            <a:endParaRPr lang="en-US" sz="115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在此拒绝下任何读数类结论，系统本来就不在这里读数——这两档的差异不参与比选。</a:t>
            </a:r>
            <a:endParaRPr lang="en-US" sz="8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高不等于读数准：U-Net 的指针 IoU 是 0.778，读数误差反而更大，因为几何解算只需要指针的方向，不需要它的完整轮廓。</a:t>
            </a:r>
            <a:endParaRPr lang="en-US" sz="8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92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200 --json　·　评测划分见 deliverables/乙-分割/artifacts/split.json（val 90 个含针 ROI 中 59 个来自真实图）</a:t>
            </a:r>
            <a:endParaRPr lang="en-US" sz="8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L3 未知异常检测：四方案横向比选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非监督方法，训练只用正常样本，避开缺陷标注数据不可得的约束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异常，阈值统一 0.55；EfficientAD 失败原因一并记录在案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任务书明确「不直接指定具体技术方案，要求学生调研并比选后确定」，非技术因素为安全、成本、可靠性、伦理与社会责任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五个环节均比选 ≥ 2 种方案，权衡依据同时包含技术指标与成本、可靠性、可解释性、安全四项非技术因素；其中 L3 的 EfficientAD 与 L2 的 U-Net 属于「比选后不采用」，原因与实测数据一并记录，未做删除处理。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各环节的完整实测数据见前三页；比选记录同步保存在 deliverables/ 各交付目录中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安全边界：三层防线与现场验证方式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任务书：AI 模块只能发送高层指令，不得直接控制车辆转向、电机扭矩或制动力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SKIP。参数范围硬编码在源码中而不放在配置文件里：配置可被修改，安全边界不应该。白名单只含任务书列出的高层指令。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一个出口。这是任务书那条约束在代码结构上的保证，不依赖各模块自觉遵守。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行：收发与审计 / 五项校验 / 参数硬限 / 心跳看门狗；三条演示合计不到一分钟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三.研究内容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云台伺服与端到端闭环的实测验证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5 项与第 8 项：主动复核状态机与运行稳定性测试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四条，每条给出与既有做法的区别、对应的任务书约束以及本阶段的实测支撑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四条创新点均可在本机复现，对应命令见各研究内容页的页脚</a:t>
            </a:r>
            <a:endParaRPr lang="en-US" sz="880" dirty="0"/>
          </a:p>
        </p:txBody>
      </p:sp>
      <p:sp>
        <p:nvSpPr>
          <p:cNvPr id="46" name="Text 4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状态判定标准：能产出可复现的实测数据才记为已完成；七项已完成、一项进行中、两项未开始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任务书列出的参考资料五类（RK3576 与 RKNN、YOLO、ByteTrack、EfficientAD 与 PaDiM、机器人安全与 ROS）均已覆盖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67588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960120" y="4498848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　·　越界指令被拒　·　AI 进程终止后车辆走完路线　·　复核 200 ms 中止　·　端到端一轮巡检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2026-09-03T02:59:04Z</dcterms:created>
  <dcterms:modified xsi:type="dcterms:W3CDTF">2026-09-03T02:59:04Z</dcterms:modified>
</cp:coreProperties>
</file>
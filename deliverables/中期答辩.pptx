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把任务书的原始要求摆出来。七项相互制约因素是任务书原文，它们构成了本课题的设计空间。要强调：任务书明确写了「不直接指定具体技术方案，要求学生调研并比选后确定方案」，所以后面每一路我们都做了比选，包括比选出「不采用」的情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交代现状。三类方案各有适用场景，本课题不是要取代它们，而是补上采集参数可随目标调整这一能力。任务书第一页写明「是否有成熟技术方案：否」「是否需要方案比选：是」，这就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这张图是全课题最该记住的一幕。左边巡航态 50 像素，指针无法分辨；右边 3 倍变焦后 150 像素，刻度可读。关键在于实测框宽与针孔投影公式的计算值相差 0.4 %，说明虚拟场景在光学上自洽，在它上面测出的精度指标是有依据的。120 px 这个下限是本组按读数精度要求自行推导的，任务书没有直接规定。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这一页要讲清一件事：任务书规定的是能力要求，没有给出 0.5 % FS 这类数值。表中的量化指标是我们按工业测量惯例自行设定的，这一点在页脚写明了。八项中七项达成，重复性 0.321 % FS 超出我们自己设的 0.3 % 限值，主动写在这里。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主线，讲得清楚，后面每一页都有位置放。先用一句话说清方案：采集参数由判读结果决定，不是事先固定。再讲为什么另外两种不行——方案一被任务书的三项制约同时否掉，方案二的问题是信息在光学环节就丢了，后端补不回来。最后说方案三带来三个子问题，第三部分剩下的十几页就是逐个回答它们。评审问「你们为什么这么做」，答案全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给评审看的索引，也是我们自己讲述的骨架。表格从左到右读就是一条完整的推理：任务书给了什么约束、我们据此做了什么、为什么这么做、以及用什么办法证明它成立。如果评审只想听一页，讲这一页；如果要追某一条，按最右列翻到对应页展开。要强调左边一列一个字没加，全是任务书原文列出的相互制约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四个进程的边界按安全职责划分，不按代码量划分。右上那段是回答「为什么这么复杂」的：任务书要求 AI 只能发高层指令，要真正做到就必须让网关独立成进程且不加载模型。五份 Schema 是冻结的接口契约，配 51 项校验保证开发过程中不被改动。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这一页给评审看系统到底怎么运转。十二步跨四个进程与云端，每步都能指到具体文件。第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这一页回答没有硬件如何开展工作。两点要强调：桩会注入真机上实际存在的故障，所以在桩上通过的验收有意义；真值与先验严格分开，精度数据不是自我核对得出的。左下三项检查每次提交前都跑。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本页回答资料从何获取。分工要讲清楚：公开数据集是训练主力，合成数据只补三样结构性的东西。指针 IoU 从 0.251 到 0.384 是实证——同一模型只加真实标注就提高 53 %，说明瓶颈在数据不在模型容量。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识别层的总纲。评审可能问为什么不用一个端到端大模型，答案是四个子问题对算力、精度、输出形式的要求互相冲突。仲裁层用规则不用模型，直接对应任务书把可解释性列为必须考虑的非技术因素。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巡航级已训完，指标较高。要主动说明第 1 轮就到 0.9759 这个数偏高，已写好 --check-leak 命令排查训练集与验证集的同源增广副本，明日出结果。主动说明比被问到再解释好。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这一页现在能把 L2 的选择讲完整。原来的图只有 24 个样本、画的是中位数，差异被采样噪声盖住，得不出结论；现在 n=200、画 P90、加了 bootstrap 置信区间，三条线在门槛以上分得开。要说清两件事：第一，灰底两档系统本来就不读数，那里的差异不参与比选；第二，U-Net 的分割 IoU 是三者最高的 0.778，读数误差却更大——因为几何解算只用指针方向，不用完整轮廓，IoU 高不等于读数准。最后要老实说：合成表盘天然满足几何法的假设，这个结论换到真实表盘上可能翻过来，所以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L3 这一路完成度最高。四个方案在同一批样本同一阈值下比较，结论明确。要强调 EfficientAD 那一列失败了我们照实写进表里；权重大小与打分耗时两行对应成本与实时性，可解释一行对应任务书的伦理要求。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这一页是针对评分表 M2「方案比选 ≥ 2 种且权衡依据充分，含成本可靠性等非技术因素」直接准备的。五个环节都比选了两种以上，每一行的第四列专门写非技术因素。要强调「比选后不采用」也是结论，我们把失败的方案连同数据一起保留。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这一页直接回应任务书的安全要求。三条演示都能当场执行。如果评审对安全设计有疑问，建议直接演示第二条：终止 AI 进程后车辆仍按路线走完，这一条最能说明边界是真的。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课题名称是测控系统，控制部分的实测依据集中在这一页。绿色曲线的过冲是关闭增益调度后的响应。右下角要主动说明复核成功率没达标，原因已定位。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这一页是答辩重点。四条创新点里第一条是本课题的立论，第二条是控制部分的贡献，第三条是识别部分的贡献，第四条是工程方法上的贡献。中间一列写明每条对应任务书的哪项要求，右侧给实测支撑。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这一页是评审最关心的。状态判定用统一标准：能产出可复现的实测数据才算完成。要主动说两项未开始的原因，其中 ByteTrack 是任务书点名的算法，我们目前用的是 IoU 跟踪，这一条要老实讲。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这一页对应评分表的文献支撑项。18 篇分四类，任务书列出的五类参考资料全部覆盖。底部那段是关键：说明每组文献具体支撑方案的哪个环节，而不是简单罗列。其中 EfficientAD 是我们复现后未采用的，这一点也写明了。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结束页。如果时间允许，主动提出现场演示，从五条中选一条，建议选 AI 进程终止后车辆仍走完路线那条。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汇报人：项目组（4 人）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　·　RK3576 边缘环境与模型部署　·　目标检测、缺陷识别、未知异常与图像质量评价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目标跟踪持续锁定　·　主动复核状态机　·　证据包与离线缓存、告警分级、远程上传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云端人工复核与模型版本管理　·　实时性、识别效果、网络降级与稳定性测试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0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0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0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95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本页全部内容引自《测控系统综合实训课题任务书》，未作增补</a:t>
            </a:r>
            <a:endParaRPr lang="en-US" sz="880" dirty="0"/>
          </a:p>
        </p:txBody>
      </p:sp>
      <p:sp>
        <p:nvSpPr>
          <p:cNvPr id="54" name="Text 49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0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98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980" dirty="0"/>
          </a:p>
        </p:txBody>
      </p:sp>
      <p:sp>
        <p:nvSpPr>
          <p:cNvPr id="19" name="Text 1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现状调研为本组自行整理；任务书未指定具体技术方案，明确要求调研并比选后确定</a:t>
            </a:r>
            <a:endParaRPr lang="en-US" sz="880" dirty="0"/>
          </a:p>
        </p:txBody>
      </p:sp>
      <p:sp>
        <p:nvSpPr>
          <p:cNvPr id="20" name="Text 1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同一块压力表在巡航态与复核态下的成像对比，这是全课题的立论起点</a:t>
            </a:r>
            <a:endParaRPr lang="en-US" sz="115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05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8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任务书规定的是能力要求，量化数值由本组按工业测量惯例自行设定并在此标明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0.469 %；0.267 %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0.321 % FS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15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8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15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0.321 % FS 超出本组设定的 0.3 %。原因是几何解算依赖指针尖端的像素级定位，同一表计重复采集时拟合出的指针角度有约 0.15° 波动，折算到量程即为这一超差。下一阶段用学习分割替换指针提取环节，正是针对这一项。</a:t>
            </a:r>
            <a:endParaRPr lang="en-US" sz="8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任务书只规定能力要求（如「首版单路 1080p RGB、有限缺陷类别」），未给出数值指标；表中数值为本组设定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变焦」等高层指令，把目标成像放大到可测量的尺度后再判读，得出结论后下发「恢复路线」继续巡检。一句话概括：采集参数由判读结果决定，而不是事先固定。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86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86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8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86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86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8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86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只跑轻量模型；高清数据只在复核瞬间产生；放大倍数按目标当前像素密度算出，不足就补拍、够了就走，因此单点耗时可控，巡检效率与证据完整性的取舍变成一道可计算的题。</a:t>
            </a:r>
            <a:endParaRPr lang="en-US" sz="86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8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方案三定下来之后，剩下的全部研究内容就是三个必须回答的子问题——本篇第三部分按这条主线展开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3035808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3.3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9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停一次车就少走一段路。必须算得出这一趟还停得起几次，并且不会在同一处反复停车。</a:t>
            </a:r>
            <a:endParaRPr lang="en-US" sz="86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6894576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3.14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9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变焦后同样的云台转角对应的画面位移成倍放大，固定增益的回路必然过冲，对不准就谈不上放大。</a:t>
            </a:r>
            <a:endParaRPr lang="en-US" sz="86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00" dirty="0"/>
          </a:p>
        </p:txBody>
      </p:sp>
      <p:sp>
        <p:nvSpPr>
          <p:cNvPr id="52" name="Text 47"/>
          <p:cNvSpPr txBox="1"/>
          <p:nvPr/>
        </p:nvSpPr>
        <p:spPr>
          <a:xfrm>
            <a:off x="10753344" y="5010912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3.8、3.12</a:t>
            </a:r>
            <a:endParaRPr lang="en-US" sz="9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9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四个子问题对算力、精度与输出形式的要求互相冲突，只能分路做；而结论必须逐条可追溯，仲裁才用规则不用模型。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总体方案的比选依据同样包含非技术因素：方案一的续航与带宽成本、方案二的断网可靠性，均在否定理由中；逐条落到做法见下一页</a:t>
            </a:r>
            <a:endParaRPr lang="en-US" sz="880" dirty="0"/>
          </a:p>
        </p:txBody>
      </p:sp>
      <p:sp>
        <p:nvSpPr>
          <p:cNvPr id="56" name="Text 5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三.决策链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决策链：从任务书的一条约束，到一处具体做法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把七项相互制约因素逐条落成做法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每一条都要说得出为什么这么做，也要指得出用什么办法验证它成立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3429000"/>
                <a:gridCol w="2505456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任务书列出的约束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我们的做法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为什么这么做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怎么验证它成立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边缘算力 ↔ 模型复杂度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识别准确率 ↔ 实时性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巡航与复核分两段，两套模型、两套阈值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高精度模型跑不到 30 Hz；算力只花在被判为可疑的航点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复核前后像素密度比实测 1.9 至 2.3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不得直接控制转向、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电机扭矩与制动力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驱动实例集中在网关一个进程，且不加载模型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同进程做不到——一次段错误会同时终止感知与控制两侧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终止 AI 进程后车辆仍按原路线走完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巡检效率 ↔ 证据完整性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复核预算 N_max 加三条抑制规则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停一次车就少走一段路，必须算得出这一趟还停得起几次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一轮 300 s 产出 4 至 6 个证据包，路线走完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图像分辨率 ↔ 传输带宽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本地处理 ↔ 云端分析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判读放在边缘，高清数据只在复核瞬间产生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全程高清回传超出带宽；判读靠云端则断网即失效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断网可缓存，恢复后断点续传与指数退避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伦理与社会责任：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误判与可解释性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四路模型的结论交纯规则的 L4 仲裁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每条结论附 reasons 字段可逐级追溯，模型给不出这种依据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六种结论各有测试用例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各模块接口对接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与进度同步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五份 Schema 编码前冻结 + 51 项校验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四人并行开发，联调时字段必须对得上，不能边写边改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项全过，9 条反例全部被拦下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541264"/>
            <a:ext cx="11423599" cy="585216"/>
          </a:xfrm>
          <a:prstGeom prst="roundRect">
            <a:avLst>
              <a:gd name="adj" fmla="val 7813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541264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这六条合起来就是本课题的技术方案。左边一列一个字没加，全是任务书原文；右边一列每一条都能当场跑给评审看；中间一列是答辩要讲的部分——同一条约束下本来有别的解法，我们为什么落到了这一个。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本页是第三部分的索引：后面每一页展开其中一行，页码见最右列</a:t>
            </a:r>
            <a:endParaRPr lang="en-US" sz="880" dirty="0"/>
          </a:p>
        </p:txBody>
      </p:sp>
      <p:sp>
        <p:nvSpPr>
          <p:cNvPr id="13" name="Text 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什么时候该停车复核：十状态机、复核预算与三条抑制规则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N_max + 三条抑制规则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停一次车就少走一段路，必须算得出这一趟还停得起几次，且不在同一处反复停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95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95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95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95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95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0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一次车就少走一段路。任务书把「巡检效率↔证据完整性」列为必须取舍的一项，这条式子把它变成可计算的量：按路线长度、车速与单次复核耗时算出这一趟还停得起几次，超出预算的目标顺延到下一轮，而不是走到一半才发现超时。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15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0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车辆会在同一航点反复停车，巡检永远走不完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15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0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任务书规定急停、避障、限速的优先级高于巡检任务。复核会让车辆停在路线上并转动云台，这段时间恰恰最需要能被打断——把抢占做进状态机而不是靠上层约定，安全优先级才不只是写在文档里。</a:t>
            </a:r>
            <a:endParaRPr lang="en-US" sz="9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实现：patrol/mission/fsm.py 598 行十状态　·　suppress.py 三条抑制　·　budget.py 预算与顺延队列</a:t>
            </a:r>
            <a:endParaRPr lang="en-US" sz="8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执行器为什么只能有一个出口：四进程、四接口与五份契约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驱动实例集中在网关一个进程，网关不加载任何模型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同进程里做不到——一次段错误会同时终止感知与控制两侧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　感知</a:t>
            </a:r>
            <a:endParaRPr lang="en-US" sz="125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相机、四路识别模型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不持有驱动实例，收不到控制指令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3255264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438144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　任务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3438144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十状态机、PID、复核预算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3438144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不碰驱动，不加载模型，只发指令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126480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309360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　安全网关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四个驱动实例（唯一）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不加载模型、不处理图像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8997696" y="1316736"/>
            <a:ext cx="2724912" cy="1572768"/>
          </a:xfrm>
          <a:prstGeom prst="roundRect">
            <a:avLst>
              <a:gd name="adj" fmla="val 290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180576" y="14447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9180576" y="1792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　证据目录、上传队列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224942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不碰驱动，不加载模型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3072384"/>
          <a:ext cx="6675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74520"/>
                <a:gridCol w="1691640"/>
                <a:gridCol w="96012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 + 5 Hz 心跳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所有进程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 + 安全事件插播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 / MQTT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0"/>
          <p:cNvSpPr/>
          <p:nvPr/>
        </p:nvSpPr>
        <p:spPr>
          <a:xfrm>
            <a:off x="7260336" y="3072384"/>
            <a:ext cx="4443984" cy="1645920"/>
          </a:xfrm>
          <a:prstGeom prst="roundRect">
            <a:avLst>
              <a:gd name="adj" fmla="val 277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479792" y="31821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为什么必须拆成四个进程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7479792" y="3511296"/>
            <a:ext cx="40233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任务书要求 AI 模块只能发送高层指令，不得直接控制底层执行机构。把对执行器的访问集中到唯一进程，并让该进程不加载任何模型，才能在感知或任务进程异常退出后继续工作。放在同一进程内做不到：一次段错误会同时终止两侧。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84048" y="486460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03504" y="486460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全部 additionalProperties: false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4645152" y="486460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detection_event / control_command / command_ack / status_report / evidence_package</a:t>
            </a:r>
            <a:endParaRPr lang="en-US" sz="950" dirty="0"/>
          </a:p>
        </p:txBody>
      </p:sp>
      <p:sp>
        <p:nvSpPr>
          <p:cNvPr id="32" name="Shape 26"/>
          <p:cNvSpPr/>
          <p:nvPr/>
        </p:nvSpPr>
        <p:spPr>
          <a:xfrm>
            <a:off x="384048" y="541324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3504" y="541324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项一致性校验，含 9 条反例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645152" y="541324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范围逐条交叉比对；反例构造越界报文，必须全部被拦截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384048" y="5961888"/>
            <a:ext cx="11423599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3504" y="596188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改动走 ALLOWED_DRIFT 白名单</a:t>
            </a:r>
            <a:endParaRPr lang="en-US" sz="1050" dirty="0"/>
          </a:p>
        </p:txBody>
      </p:sp>
      <p:sp>
        <p:nvSpPr>
          <p:cNvPr id="37" name="Text 31"/>
          <p:cNvSpPr txBox="1"/>
          <p:nvPr/>
        </p:nvSpPr>
        <p:spPr>
          <a:xfrm>
            <a:off x="4645152" y="5961888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新增可选字段通知即可；修改字段语义需全组重评审；增删指令白名单默认不批准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1 项系统集成与第 7 项云端闭环；接口契约冻结于开题评审</a:t>
            </a:r>
            <a:endParaRPr lang="en-US" sz="880" dirty="0"/>
          </a:p>
        </p:txBody>
      </p:sp>
      <p:sp>
        <p:nvSpPr>
          <p:cNvPr id="39" name="Text 3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这套结构怎么跑起来：一次复核的十二步数据流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证据目录作为第五条隐式接口，不新增总线报文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已冻结不容新增字段，而目录结构本身就是契约的一部分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06577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06577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每一步都有对应的测试用例；端到端 300 s 一轮可重复运行，产出 4 至 6 个证据包</a:t>
            </a:r>
            <a:endParaRPr lang="en-US" sz="880" dirty="0"/>
          </a:p>
        </p:txBody>
      </p:sp>
      <p:sp>
        <p:nvSpPr>
          <p:cNvPr id="13" name="Text 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硬件没到怎么验证：虚拟试验台与故障注入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 + 注入真机故障率的桩，而不是空实现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桩若把目标值直接赋给状态量，任何到位判据都会通过，验证就没有意义</a:t>
            </a:r>
            <a:endParaRPr lang="en-US" sz="115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95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8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8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8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8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51 项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501 项，覆盖率 75 %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850" dirty="0"/>
          </a:p>
        </p:txBody>
      </p:sp>
      <p:sp>
        <p:nvSpPr>
          <p:cNvPr id="32" name="Text 2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对应任务书研究内容第 8 项：实时性、识别效果、网络中断降级与运行稳定性测试</a:t>
            </a:r>
            <a:endParaRPr lang="en-US" sz="880" dirty="0"/>
          </a:p>
        </p:txBody>
      </p:sp>
      <p:sp>
        <p:nvSpPr>
          <p:cNvPr id="33" name="Text 2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数据从哪来：公开数据训纹理，合成数据补结构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权重从公开数据集训练，合成数据只做增广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合成图的纹理、光照与背景比不了真实照片；它能补的是密度分层与配对样本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05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86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86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86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任务书未指定数据集，仅点名可用工具（YOLO 系列、MobileNet、EfficientAD 或 PaDiM、ByteTrack、OpenCV）</a:t>
            </a:r>
            <a:endParaRPr lang="en-US" sz="8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为什么不用一个大模型：四类模型分工与显式仲裁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四路模型分工，结论交纯规则的 L4 仲裁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四个子问题对算力、精度与输出形式的要求互相冲突；而判定依据必须逐条可追溯</a:t>
            </a:r>
            <a:endParaRPr lang="en-US" sz="11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必须能逐条给出判定依据，这是评审首先会问的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95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95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95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384048" y="43891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3891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3891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384048" y="4956048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4956048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4956048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384048" y="5522976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522976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05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522976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 纯规则 278 行，六种结论各有测试用例；未改动任何接口 Schema</a:t>
            </a:r>
            <a:endParaRPr lang="en-US" sz="8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L1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L1 目标检测：为什么用公开集训练，为什么分两级阈值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YOLO11 + 公开集权重，巡航级 0.25 与复核级 0.60 两套阈值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巡航期只负担得起一路小模型；误报不在这一层消解，留给放大后的复核级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932688"/>
          </a:xfrm>
          <a:prstGeom prst="roundRect">
            <a:avLst>
              <a:gd name="adj" fmla="val 4902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38988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019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932688"/>
          </a:xfrm>
          <a:prstGeom prst="roundRect">
            <a:avLst>
              <a:gd name="adj" fmla="val 4902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95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395728"/>
            <a:ext cx="3017520" cy="2267712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872" y="2395728"/>
            <a:ext cx="3017520" cy="226771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711696" y="2395728"/>
            <a:ext cx="4992624" cy="1042416"/>
          </a:xfrm>
          <a:prstGeom prst="roundRect">
            <a:avLst>
              <a:gd name="adj" fmla="val 43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912864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与 0.60 这两个阈值是怎么定的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912864" y="2743200"/>
            <a:ext cx="4590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是巡航级的下限：再低，抑制规则挡不住的误触发会把复核预算吃光。0.60 是复核级的下限：低于它的目标在放大后仍判不实，与其给一个不可信的结论，不如输出证据不足交人复核。两级之差 Δconf 同时是复核增益的度量——它为正，说明这一次停车是值得的。</a:t>
            </a:r>
            <a:endParaRPr lang="en-US" sz="920" dirty="0"/>
          </a:p>
        </p:txBody>
      </p:sp>
      <p:sp>
        <p:nvSpPr>
          <p:cNvPr id="28" name="Shape 21"/>
          <p:cNvSpPr/>
          <p:nvPr/>
        </p:nvSpPr>
        <p:spPr>
          <a:xfrm>
            <a:off x="6711696" y="3547872"/>
            <a:ext cx="4992624" cy="1298448"/>
          </a:xfrm>
          <a:prstGeom prst="roundRect">
            <a:avLst>
              <a:gd name="adj" fmla="val 3521"/>
            </a:avLst>
          </a:prstGeom>
          <a:solidFill>
            <a:srgbClr val="FBEBD2"/>
          </a:solidFill>
          <a:ln w="19050">
            <a:solidFill>
              <a:srgbClr val="D98200"/>
            </a:solidFill>
            <a:prstDash val="dash"/>
          </a:ln>
        </p:spPr>
      </p:sp>
      <p:sp>
        <p:nvSpPr>
          <p:cNvPr id="29" name="Text 22"/>
          <p:cNvSpPr txBox="1"/>
          <p:nvPr/>
        </p:nvSpPr>
        <p:spPr>
          <a:xfrm>
            <a:off x="6931152" y="3639312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待补充的实测项（明日补入）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6931152" y="3913632"/>
            <a:ext cx="4535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 yolo11m 训练与 mAP50 对比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单帧耗时（≤ 33 ms）与漏检率（≤ 2 %）</a:t>
            </a:r>
            <a:endParaRPr lang="en-US" sz="950" dirty="0"/>
          </a:p>
          <a:p>
            <a:pPr marL="342900" indent="-342900">
              <a:lnSpc>
                <a:spcPts val="1250"/>
              </a:lnSpc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切换 detector: yolo 后 run_all 三轮对比，以及 --check-leak 同源副本排查结果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6931152" y="4517136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明日由 L1 负责人提供后重新出图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384048" y="4956048"/>
            <a:ext cx="11423599" cy="768096"/>
          </a:xfrm>
          <a:prstGeom prst="roundRect">
            <a:avLst>
              <a:gd name="adj" fmla="val 595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40080" y="4956048"/>
            <a:ext cx="10835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980" dirty="0"/>
          </a:p>
        </p:txBody>
      </p:sp>
      <p:sp>
        <p:nvSpPr>
          <p:cNvPr id="34" name="Text 27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MobileNet；本组选 YOLO11，与其余四个环节的比选一并列在 3.12</a:t>
            </a:r>
            <a:endParaRPr lang="en-US" sz="880" dirty="0"/>
          </a:p>
        </p:txBody>
      </p:sp>
      <p:sp>
        <p:nvSpPr>
          <p:cNvPr id="35" name="Text 2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L2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L2 读数：为什么仍以几何解算为默认实现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几何解算（U-Net 保留不删）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 P90 误差最低且置信区间不重叠；零权重、可追溯</a:t>
            </a:r>
            <a:endParaRPr lang="en-US" sz="115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灰底两档为像素密度低于 96 px 的区间。fusion.py 的 DENSITY_FLOOR_FRAC = 0.80 在此拒绝下任何读数类结论，系统本来就不在这里读数——这两档的差异不参与比选。</a:t>
            </a:r>
            <a:endParaRPr lang="en-US" sz="8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读数环节采用几何解算，理由是这张图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门槛以上三档，几何法 P90 稳定在 0.18 至 0.19 %FS，U-Net 为 0.36 至 0.40，numpy 逐像素为 0.25 至 0.37，置信区间互不重叠。分割 IoU 高不等于读数准：U-Net 的指针 IoU 是 0.778，读数误差反而更大，因为几何解算只需要指针的方向，不需要它的完整轮廓。</a:t>
            </a:r>
            <a:endParaRPr lang="en-US" sz="8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92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复现：bench_models --only reading --n 200 --json　·　评测划分见 deliverables/乙-分割/artifacts/split.json（val 90 个含针 ROI 中 59 个来自真实图）</a:t>
            </a:r>
            <a:endParaRPr lang="en-US" sz="8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L3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L3 未知异常：为什么是非监督，为什么是全协方差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PaDiM 全协方差（统计法保留为零权重降级路径）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外观缺陷没有公开标注；异物改变的正是通道间相关性，对角版本看不见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98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86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98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86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98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86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8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异常，阈值统一 0.55；EfficientAD 失败原因一并记录在案</a:t>
            </a:r>
            <a:endParaRPr lang="en-US" sz="8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任务书明确「不直接指定具体技术方案，要求学生调研并比选后确定」，非技术因素为安全、成本、可靠性、伦理与社会责任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P90 %FS（门槛以上）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0.18–0.19　② 0.25–0.37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0.36–0.40　耗时 2.2/5/59 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EfficientAD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③④ PaDiM 对角 / 全协方差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五个环节均比选 ≥ 2 种方案，权衡依据同时包含技术指标与成本、可靠性、可解释性、安全四项非技术因素；其中 L3 的 EfficientAD 与 L2 的 U-Net 属于「比选后不采用」，原因与实测数据一并记录，未做删除处理。</a:t>
            </a:r>
            <a:endParaRPr lang="en-US" sz="980" dirty="0"/>
          </a:p>
        </p:txBody>
      </p:sp>
      <p:sp>
        <p:nvSpPr>
          <p:cNvPr id="12" name="Text 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各环节的完整实测数据见 3.9 至 3.11；比选记录同步保存在 deliverables/ 各交付目录中</a:t>
            </a:r>
            <a:endParaRPr lang="en-US" sz="880" dirty="0"/>
          </a:p>
        </p:txBody>
      </p:sp>
      <p:sp>
        <p:nvSpPr>
          <p:cNvPr id="13" name="Text 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三.安全边界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安全边界：三层防线，每一层都能当场演示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参数硬限写进源码、心跳看门狗、安全事件抢占三层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参数放配置文件里可被改，安全边界不应该；边界要在代码结构上成立，不靠自觉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SKIP。参数范围硬编码在源码中而不放在配置文件里：配置可被修改，安全边界不应该。白名单只含任务书列出的高层指令。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8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一个出口。这是任务书那条约束在代码结构上的保证，不依赖各模块自觉遵守。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 697 行：收发与审计 / 五项校验 / 参数硬限 / 心跳看门狗；三条演示合计不到一分钟</a:t>
            </a:r>
            <a:endParaRPr lang="en-US" sz="8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三.控制验证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3.14　云台伺服：为什么必须做变焦增益调度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控制量按变焦倍率缩放，ω = θ /(W · z) · u</a:t>
            </a:r>
            <a:pPr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变焦下同样的转角对应三倍画面位移，固定增益等于把回路增益放大三倍</a:t>
            </a:r>
            <a:endParaRPr lang="en-US" sz="115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95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05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如实报告：复核成功率两轮实测 83.3 % 与 75.0 %，均低于本组设定的 85 % 目标。主因是证据包偶发配对失败导致该包不计入成功，已定位但尚未修复，列入下一阶段。</a:t>
            </a:r>
            <a:endParaRPr lang="en-US" sz="92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8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四条，每条给出与既有做法的区别、对应的任务书约束以及本阶段的实测支撑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8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1.202 s；关闭调度后超调升至 37.7 %</a:t>
            </a:r>
            <a:endParaRPr lang="en-US" sz="86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25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8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51 项一致性校验；四个抽象基类隔离硬件，桩注入真机上实际存在的故障率。</a:t>
            </a:r>
            <a:endParaRPr lang="en-US" sz="8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9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6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860" dirty="0"/>
          </a:p>
        </p:txBody>
      </p:sp>
      <p:sp>
        <p:nvSpPr>
          <p:cNvPr id="45" name="Text 4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四条创新点均可在本机复现，对应命令见各研究内容页的页脚</a:t>
            </a:r>
            <a:endParaRPr lang="en-US" sz="880" dirty="0"/>
          </a:p>
        </p:txBody>
      </p:sp>
      <p:sp>
        <p:nvSpPr>
          <p:cNvPr id="46" name="Text 4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8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1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51 项全过；501 项测试，覆盖率 75 %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0.469 %、线性度 0.267 % 达标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超出 0.3 % 限值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读数方案比选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200 的 P90 比选，几何法门槛以上 0.18 至 0.19 %FS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结论只在合成表盘成立，真实表盘误差表未做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9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状态判定标准：能产出可复现的实测数据才记为已完成；七项已完成、一项进行中、两项未开始</a:t>
            </a:r>
            <a:endParaRPr lang="en-US" sz="8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15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78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78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78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780" dirty="0"/>
          </a:p>
          <a:p>
            <a:pPr indent="0" marL="0">
              <a:lnSpc>
                <a:spcPts val="1150"/>
              </a:lnSpc>
              <a:buNone/>
            </a:pPr>
            <a:r>
              <a:rPr lang="en-US" sz="7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78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任务书列出的参考资料五类（RK3576 与 RKNN、YOLO、ByteTrack、EfficientAD 与 PaDiM、机器人安全与 ROS）均已覆盖</a:t>
            </a:r>
            <a:endParaRPr lang="en-US" sz="880" dirty="0"/>
          </a:p>
        </p:txBody>
      </p:sp>
      <p:sp>
        <p:nvSpPr>
          <p:cNvPr id="24" name="Text 19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67588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960120" y="4498848"/>
            <a:ext cx="1026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现场可演示：变焦对比　·　越界指令被拒　·　AI 进程终止后车辆走完路线　·　复核 200 ms 中止　·　端到端一轮巡检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2026-09-03T06:45:55Z</dcterms:created>
  <dcterms:modified xsi:type="dcterms:W3CDTF">2026-09-03T06:45:55Z</dcterms:modified>
</cp:coreProperties>
</file>